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6.xml" ContentType="application/vnd.openxmlformats-officedocument.theme+xml"/>
  <Override PartName="/ppt/slideLayouts/slideLayout15.xml" ContentType="application/vnd.openxmlformats-officedocument.presentationml.slideLayout+xml"/>
  <Override PartName="/ppt/theme/theme7.xml" ContentType="application/vnd.openxmlformats-officedocument.theme+xml"/>
  <Override PartName="/ppt/slideLayouts/slideLayout16.xml" ContentType="application/vnd.openxmlformats-officedocument.presentationml.slideLayout+xml"/>
  <Override PartName="/ppt/theme/theme8.xml" ContentType="application/vnd.openxmlformats-officedocument.theme+xml"/>
  <Override PartName="/ppt/slideLayouts/slideLayout17.xml" ContentType="application/vnd.openxmlformats-officedocument.presentationml.slideLayout+xml"/>
  <Override PartName="/ppt/theme/theme9.xml" ContentType="application/vnd.openxmlformats-officedocument.theme+xml"/>
  <Override PartName="/ppt/slideLayouts/slideLayout18.xml" ContentType="application/vnd.openxmlformats-officedocument.presentationml.slideLayout+xml"/>
  <Override PartName="/ppt/theme/theme10.xml" ContentType="application/vnd.openxmlformats-officedocument.theme+xml"/>
  <Override PartName="/ppt/slideLayouts/slideLayout19.xml" ContentType="application/vnd.openxmlformats-officedocument.presentationml.slideLayout+xml"/>
  <Override PartName="/ppt/theme/theme11.xml" ContentType="application/vnd.openxmlformats-officedocument.theme+xml"/>
  <Override PartName="/ppt/slideLayouts/slideLayout20.xml" ContentType="application/vnd.openxmlformats-officedocument.presentationml.slideLayout+xml"/>
  <Override PartName="/ppt/theme/theme1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8" r:id="rId7"/>
    <p:sldMasterId id="2147483670" r:id="rId8"/>
    <p:sldMasterId id="2147483672" r:id="rId9"/>
    <p:sldMasterId id="2147483674" r:id="rId10"/>
    <p:sldMasterId id="2147483676" r:id="rId11"/>
    <p:sldMasterId id="2147483678" r:id="rId12"/>
  </p:sldMasterIdLst>
  <p:sldIdLst>
    <p:sldId id="256" r:id="rId13"/>
  </p:sldIdLst>
  <p:sldSz cx="10080625" cy="5670550"/>
  <p:notesSz cx="7772400" cy="100584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1"/>
    <p:restoredTop sz="94694"/>
  </p:normalViewPr>
  <p:slideViewPr>
    <p:cSldViewPr snapToGrid="0">
      <p:cViewPr varScale="1">
        <p:scale>
          <a:sx n="146" d="100"/>
          <a:sy n="146" d="100"/>
        </p:scale>
        <p:origin x="8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1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Master" Target="slideMasters/slideMaster10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mediaAndTx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10" Type="http://schemas.openxmlformats.org/officeDocument/2006/relationships/theme" Target="../theme/theme6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5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6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7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8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9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28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28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8" name="PlaceHolder 5"/>
          <p:cNvSpPr>
            <a:spLocks noGrp="1"/>
          </p:cNvSpPr>
          <p:nvPr>
            <p:ph type="body"/>
          </p:nvPr>
        </p:nvSpPr>
        <p:spPr>
          <a:xfrm>
            <a:off x="5152680" y="304416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032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3571200" y="1326600"/>
            <a:ext cx="292032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6638040" y="1326600"/>
            <a:ext cx="292032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504000" y="3044160"/>
            <a:ext cx="292032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9" name="PlaceHolder 6"/>
          <p:cNvSpPr>
            <a:spLocks noGrp="1"/>
          </p:cNvSpPr>
          <p:nvPr>
            <p:ph type="body"/>
          </p:nvPr>
        </p:nvSpPr>
        <p:spPr>
          <a:xfrm>
            <a:off x="3571200" y="3044160"/>
            <a:ext cx="292032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30" name="PlaceHolder 7"/>
          <p:cNvSpPr>
            <a:spLocks noGrp="1"/>
          </p:cNvSpPr>
          <p:nvPr>
            <p:ph type="body"/>
          </p:nvPr>
        </p:nvSpPr>
        <p:spPr>
          <a:xfrm>
            <a:off x="6638040" y="3044160"/>
            <a:ext cx="292032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82" name="PlaceHolder 4"/>
          <p:cNvSpPr>
            <a:spLocks noGrp="1"/>
          </p:cNvSpPr>
          <p:nvPr>
            <p:ph type="body"/>
          </p:nvPr>
        </p:nvSpPr>
        <p:spPr>
          <a:xfrm>
            <a:off x="5152680" y="304416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7" name="Table 1"/>
          <p:cNvGraphicFramePr/>
          <p:nvPr>
            <p:extLst>
              <p:ext uri="{D42A27DB-BD31-4B8C-83A1-F6EECF244321}">
                <p14:modId xmlns:p14="http://schemas.microsoft.com/office/powerpoint/2010/main" val="2479366697"/>
              </p:ext>
            </p:extLst>
          </p:nvPr>
        </p:nvGraphicFramePr>
        <p:xfrm>
          <a:off x="5333760" y="1786680"/>
          <a:ext cx="4542120" cy="1463040"/>
        </p:xfrm>
        <a:graphic>
          <a:graphicData uri="http://schemas.openxmlformats.org/drawingml/2006/table">
            <a:tbl>
              <a:tblPr/>
              <a:tblGrid>
                <a:gridCol w="1010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6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0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9920">
                <a:tc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ETH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IP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920">
                <a:tc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smac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dmac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sip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dip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request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" altLang="ko-KR" sz="1600" dirty="0"/>
                        <a:t>f2</a:t>
                      </a:r>
                      <a:r>
                        <a:rPr lang="en-US" altLang="ko-KR" sz="1600" dirty="0"/>
                        <a:t>:</a:t>
                      </a:r>
                      <a:r>
                        <a:rPr lang="en" altLang="ko-KR" sz="1600" dirty="0" err="1"/>
                        <a:t>db</a:t>
                      </a:r>
                      <a:endParaRPr lang="en-US" sz="1600" b="0" u="none" strike="noStrike" dirty="0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R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6d:9f</a:t>
                      </a:r>
                      <a:endParaRPr lang="en-US" sz="1600" b="0" u="none" strike="noStrike" dirty="0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26.205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+mn-lt"/>
                        </a:rPr>
                        <a:t>26.209</a:t>
                      </a:r>
                      <a:endParaRPr lang="en-US" sz="1600" b="0" u="none" strike="noStrike" dirty="0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reply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u="none" strike="noStrike" dirty="0">
                          <a:solidFill>
                            <a:srgbClr val="000000"/>
                          </a:solidFill>
                          <a:uFillTx/>
                          <a:latin typeface="+mn-lt"/>
                        </a:rPr>
                        <a:t>6d:9f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1600" dirty="0"/>
                        <a:t>f2</a:t>
                      </a:r>
                      <a:r>
                        <a:rPr lang="en-US" altLang="ko-KR" sz="1600" dirty="0"/>
                        <a:t>:</a:t>
                      </a:r>
                      <a:r>
                        <a:rPr lang="en" altLang="ko-KR" sz="1600" dirty="0" err="1"/>
                        <a:t>db</a:t>
                      </a:r>
                      <a:endParaRPr lang="en-US" altLang="ko-KR" sz="1600" b="0" u="none" strike="noStrike" dirty="0">
                        <a:solidFill>
                          <a:srgbClr val="000000"/>
                        </a:solidFill>
                        <a:uFillTx/>
                        <a:latin typeface="+mn-lt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R" sz="1600" dirty="0"/>
                        <a:t>26.209</a:t>
                      </a:r>
                      <a:endParaRPr lang="en-US" sz="1600" b="0" u="none" strike="noStrike" dirty="0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u="none" strike="noStrike" dirty="0">
                          <a:solidFill>
                            <a:srgbClr val="000000"/>
                          </a:solidFill>
                          <a:uFillTx/>
                          <a:latin typeface="+mn-lt"/>
                        </a:rPr>
                        <a:t>26.205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8" name="Table 2"/>
          <p:cNvGraphicFramePr/>
          <p:nvPr>
            <p:extLst>
              <p:ext uri="{D42A27DB-BD31-4B8C-83A1-F6EECF244321}">
                <p14:modId xmlns:p14="http://schemas.microsoft.com/office/powerpoint/2010/main" val="2837146116"/>
              </p:ext>
            </p:extLst>
          </p:nvPr>
        </p:nvGraphicFramePr>
        <p:xfrm>
          <a:off x="3750120" y="4147200"/>
          <a:ext cx="6177600" cy="1463040"/>
        </p:xfrm>
        <a:graphic>
          <a:graphicData uri="http://schemas.openxmlformats.org/drawingml/2006/table">
            <a:tbl>
              <a:tblPr/>
              <a:tblGrid>
                <a:gridCol w="101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6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5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364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751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44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4560">
                <a:tc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ETH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ARP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smac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dmac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smac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sip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tmac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tip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request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" altLang="ko-KR" sz="1600" dirty="0"/>
                        <a:t>f2:db</a:t>
                      </a:r>
                      <a:endParaRPr lang="en-US" sz="1600" b="0" u="none" strike="noStrike" dirty="0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ff:ff</a:t>
                      </a:r>
                      <a:endParaRPr lang="en-US" sz="1600" b="0" u="none" strike="noStrike" dirty="0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1600" dirty="0"/>
                        <a:t>f2:db</a:t>
                      </a:r>
                      <a:endParaRPr lang="en-US" altLang="ko-KR" sz="1600" b="0" u="none" strike="noStrike" dirty="0">
                        <a:solidFill>
                          <a:srgbClr val="000000"/>
                        </a:solidFill>
                        <a:uFillTx/>
                        <a:latin typeface="+mn-lt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R" sz="1400" dirty="0"/>
                        <a:t>26.205</a:t>
                      </a:r>
                      <a:endParaRPr lang="en-US" sz="1400" b="0" u="none" strike="noStrike" dirty="0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00:00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26.209</a:t>
                      </a:r>
                      <a:endParaRPr lang="en-US" altLang="ko-KR" sz="1600" b="0" u="none" strike="noStrike" dirty="0">
                        <a:solidFill>
                          <a:srgbClr val="000000"/>
                        </a:solidFill>
                        <a:uFillTx/>
                        <a:latin typeface="+mn-lt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reply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u="none" strike="noStrike" dirty="0">
                          <a:solidFill>
                            <a:srgbClr val="000000"/>
                          </a:solidFill>
                          <a:uFillTx/>
                          <a:latin typeface="+mn-lt"/>
                        </a:rPr>
                        <a:t>6d:9f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" altLang="ko-KR" sz="1600" dirty="0"/>
                        <a:t>f2:db</a:t>
                      </a:r>
                      <a:endParaRPr lang="en-US" altLang="ko-KR" sz="1600" b="0" u="none" strike="noStrike" dirty="0">
                        <a:solidFill>
                          <a:srgbClr val="000000"/>
                        </a:solidFill>
                        <a:uFillTx/>
                        <a:latin typeface="+mn-lt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u="none" strike="noStrike" dirty="0">
                          <a:solidFill>
                            <a:srgbClr val="000000"/>
                          </a:solidFill>
                          <a:uFillTx/>
                          <a:latin typeface="+mn-lt"/>
                        </a:rPr>
                        <a:t>6d:9f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+mn-lt"/>
                        </a:rPr>
                        <a:t>26.209</a:t>
                      </a:r>
                      <a:endParaRPr lang="en-US" sz="1600" b="0" u="none" strike="noStrike" dirty="0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+mn-lt"/>
                        </a:rPr>
                        <a:t>f2:db</a:t>
                      </a:r>
                      <a:endParaRPr lang="en-US" sz="1600" b="0" u="none" strike="noStrike" dirty="0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R" sz="1600" dirty="0"/>
                        <a:t>26.205</a:t>
                      </a:r>
                      <a:endParaRPr lang="en-US" sz="1600" b="0" u="none" strike="noStrike" dirty="0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9" name="CustomShape 3"/>
          <p:cNvSpPr/>
          <p:nvPr/>
        </p:nvSpPr>
        <p:spPr>
          <a:xfrm>
            <a:off x="5359680" y="1463040"/>
            <a:ext cx="4515480" cy="27396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  <a:ea typeface="DejaVu Sans"/>
              </a:rPr>
              <a:t>ICMP</a:t>
            </a: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749040" y="3840480"/>
            <a:ext cx="6161760" cy="27396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  <a:ea typeface="DejaVu Sans"/>
              </a:rPr>
              <a:t>ARP</a:t>
            </a: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1" name="CustomShape 5"/>
          <p:cNvSpPr/>
          <p:nvPr/>
        </p:nvSpPr>
        <p:spPr>
          <a:xfrm>
            <a:off x="1394251" y="872640"/>
            <a:ext cx="2011320" cy="9140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Gateway</a:t>
            </a:r>
            <a:endParaRPr lang="en-US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&lt;</a:t>
            </a:r>
            <a:r>
              <a:rPr lang="en" altLang="ko-KR" dirty="0"/>
              <a:t>82:41:23:80:6d:9f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&gt;</a:t>
            </a:r>
            <a:endParaRPr lang="en-US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&lt;</a:t>
            </a:r>
            <a:r>
              <a:rPr lang="en-US" altLang="ko-KR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1</a:t>
            </a:r>
            <a:r>
              <a:rPr lang="en-US" altLang="ko-KR" dirty="0"/>
              <a:t>92.168.26.209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&gt;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2" name="CustomShape 6"/>
          <p:cNvSpPr/>
          <p:nvPr/>
        </p:nvSpPr>
        <p:spPr>
          <a:xfrm>
            <a:off x="457200" y="2468880"/>
            <a:ext cx="2011320" cy="9140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you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algn="ctr"/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&lt;</a:t>
            </a:r>
            <a:r>
              <a:rPr lang="en" altLang="ko-KR" dirty="0"/>
              <a:t>b6:65:14:6e:98:1b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&gt;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algn="ctr"/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&lt;</a:t>
            </a:r>
            <a:r>
              <a:rPr lang="en-US" altLang="ko-KR" dirty="0"/>
              <a:t>192.168.26.80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&gt;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3" name="CustomShape 7"/>
          <p:cNvSpPr/>
          <p:nvPr/>
        </p:nvSpPr>
        <p:spPr>
          <a:xfrm>
            <a:off x="2651760" y="2468880"/>
            <a:ext cx="2011320" cy="9140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me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&lt;</a:t>
            </a:r>
            <a:r>
              <a:rPr lang="en" altLang="ko-KR" dirty="0"/>
              <a:t>f6:07:3c:c7:f2:db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&gt;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&lt;</a:t>
            </a:r>
            <a:r>
              <a:rPr lang="en-US" altLang="ko-KR" dirty="0"/>
              <a:t>192.168.26.205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&gt;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</TotalTime>
  <Words>93</Words>
  <Application>Microsoft Macintosh PowerPoint</Application>
  <PresentationFormat>사용자 지정</PresentationFormat>
  <Paragraphs>49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12</vt:i4>
      </vt:variant>
      <vt:variant>
        <vt:lpstr>슬라이드 제목</vt:lpstr>
      </vt:variant>
      <vt:variant>
        <vt:i4>1</vt:i4>
      </vt:variant>
    </vt:vector>
  </HeadingPairs>
  <TitlesOfParts>
    <vt:vector size="16" baseType="lpstr">
      <vt:lpstr>Arial</vt:lpstr>
      <vt:lpstr>Symbol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lastModifiedBy>안철민[ 학부재학 / 사이버국방학과 ]</cp:lastModifiedBy>
  <cp:revision>17</cp:revision>
  <dcterms:created xsi:type="dcterms:W3CDTF">2020-04-02T04:51:22Z</dcterms:created>
  <dcterms:modified xsi:type="dcterms:W3CDTF">2026-04-07T14:38:41Z</dcterms:modified>
  <dc:language>en-US</dc:language>
</cp:coreProperties>
</file>